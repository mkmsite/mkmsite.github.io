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14" r:id="rId2"/>
    <p:sldId id="752" r:id="rId3"/>
    <p:sldId id="75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901" autoAdjust="0"/>
  </p:normalViewPr>
  <p:slideViewPr>
    <p:cSldViewPr snapToGrid="0">
      <p:cViewPr varScale="1">
        <p:scale>
          <a:sx n="141" d="100"/>
          <a:sy n="141" d="100"/>
        </p:scale>
        <p:origin x="9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B71AC-A0D8-4729-8BDF-1C6A319ECCB9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64DE-67DF-4D4C-916D-CA1852999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3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1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026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0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6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6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3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38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55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955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D828-B38D-4EC1-AA4E-CD5B7412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12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29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12436"/>
            <a:ext cx="7462421" cy="2105723"/>
          </a:xfrm>
        </p:spPr>
        <p:txBody>
          <a:bodyPr anchor="t"/>
          <a:lstStyle/>
          <a:p>
            <a:r>
              <a:rPr lang="en-US" sz="4400" dirty="0"/>
              <a:t>PSN WGR Plots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ea typeface="Roboto Light" panose="02000000000000000000" pitchFamily="2" charset="0"/>
              </a:rPr>
              <a:t>June 2024</a:t>
            </a:r>
            <a:endParaRPr lang="en-US" sz="1400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9F5A7-19C3-2B37-AB8B-719D6C68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7" y="112770"/>
            <a:ext cx="10515600" cy="1033508"/>
          </a:xfrm>
        </p:spPr>
        <p:txBody>
          <a:bodyPr/>
          <a:lstStyle/>
          <a:p>
            <a:r>
              <a:rPr lang="en-US" sz="2800" dirty="0"/>
              <a:t>WGR Raw Data Extrapolations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CE361-2932-DF86-76CD-40866E65F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711" y="550572"/>
            <a:ext cx="1366522" cy="229704"/>
          </a:xfrm>
        </p:spPr>
        <p:txBody>
          <a:bodyPr/>
          <a:lstStyle/>
          <a:p>
            <a:r>
              <a:rPr lang="en-US" dirty="0"/>
              <a:t>Entire PSN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E015F-399B-AD7C-0854-384AC8875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1D158-AB32-3DF4-ADCE-0F894CE6D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73F8F13-F28C-841A-80A9-77CFFB75B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038935"/>
              </p:ext>
            </p:extLst>
          </p:nvPr>
        </p:nvGraphicFramePr>
        <p:xfrm>
          <a:off x="269647" y="3066353"/>
          <a:ext cx="3206649" cy="254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883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1068883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1068883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158*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61045507-90F7-7B8E-C560-00180F64A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2790"/>
            <a:ext cx="1689163" cy="2262205"/>
          </a:xfrm>
          <a:prstGeom prst="rect">
            <a:avLst/>
          </a:prstGeom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2FFB64CE-0780-B869-7E50-347CA98E24FF}"/>
              </a:ext>
            </a:extLst>
          </p:cNvPr>
          <p:cNvSpPr txBox="1">
            <a:spLocks/>
          </p:cNvSpPr>
          <p:nvPr/>
        </p:nvSpPr>
        <p:spPr>
          <a:xfrm>
            <a:off x="4722512" y="550690"/>
            <a:ext cx="2097201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16-33 &amp; South PSN 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83A9232-CECE-E112-CB02-EDB7148CC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173972"/>
              </p:ext>
            </p:extLst>
          </p:nvPr>
        </p:nvGraphicFramePr>
        <p:xfrm>
          <a:off x="4253308" y="3073043"/>
          <a:ext cx="3264591" cy="254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197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1088197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1088197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60*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58*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7465D256-97FE-8053-BF8B-208228057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64" y="791114"/>
            <a:ext cx="1911460" cy="2281929"/>
          </a:xfrm>
          <a:prstGeom prst="rect">
            <a:avLst/>
          </a:prstGeom>
        </p:spPr>
      </p:pic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A70F136-A8D1-CF55-1090-05E52CE8B538}"/>
              </a:ext>
            </a:extLst>
          </p:cNvPr>
          <p:cNvSpPr txBox="1">
            <a:spLocks/>
          </p:cNvSpPr>
          <p:nvPr/>
        </p:nvSpPr>
        <p:spPr>
          <a:xfrm>
            <a:off x="4031128" y="6204852"/>
            <a:ext cx="3414947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“*” Denotes actual data WGR that was greater than prior month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5F784E6-99E8-A999-4203-90E9DFD9D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450" y="812790"/>
            <a:ext cx="1658005" cy="22535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50D01BD-3AF3-7D69-F9F9-9780D150C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3604" y="812790"/>
            <a:ext cx="2097202" cy="22535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2C586E2-AEBA-D57E-1B94-0455E3D00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638" y="812790"/>
            <a:ext cx="1628547" cy="225356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9BD5531-50EA-8141-9C8B-76A45360B8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7414" y="812789"/>
            <a:ext cx="1936353" cy="2253564"/>
          </a:xfrm>
          <a:prstGeom prst="rect">
            <a:avLst/>
          </a:prstGeom>
        </p:spPr>
      </p:pic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CB2AB0E7-30E2-E264-FC16-0EC6E200D5AD}"/>
              </a:ext>
            </a:extLst>
          </p:cNvPr>
          <p:cNvSpPr txBox="1">
            <a:spLocks/>
          </p:cNvSpPr>
          <p:nvPr/>
        </p:nvSpPr>
        <p:spPr>
          <a:xfrm>
            <a:off x="9771232" y="550572"/>
            <a:ext cx="1480843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16-33 &amp; 06-07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23A0EA4-6C03-E1F9-FA1A-BC8A0ACC2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21646"/>
              </p:ext>
            </p:extLst>
          </p:nvPr>
        </p:nvGraphicFramePr>
        <p:xfrm>
          <a:off x="8513379" y="3077363"/>
          <a:ext cx="362038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097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3072305053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MNTN D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70*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9A73FD74-C5A8-B0B8-3318-71B5FDB2C50D}"/>
              </a:ext>
            </a:extLst>
          </p:cNvPr>
          <p:cNvSpPr txBox="1">
            <a:spLocks/>
          </p:cNvSpPr>
          <p:nvPr/>
        </p:nvSpPr>
        <p:spPr>
          <a:xfrm>
            <a:off x="811965" y="5647992"/>
            <a:ext cx="2133936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Took Midpoint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E9EEF8A3-0DF6-ABD8-2BCF-820C6EF72DA2}"/>
              </a:ext>
            </a:extLst>
          </p:cNvPr>
          <p:cNvSpPr txBox="1">
            <a:spLocks/>
          </p:cNvSpPr>
          <p:nvPr/>
        </p:nvSpPr>
        <p:spPr>
          <a:xfrm>
            <a:off x="4565240" y="5640052"/>
            <a:ext cx="2133936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Took Midpoint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3C6851D2-1520-2319-9F42-DA046CFD86EA}"/>
              </a:ext>
            </a:extLst>
          </p:cNvPr>
          <p:cNvSpPr txBox="1">
            <a:spLocks/>
          </p:cNvSpPr>
          <p:nvPr/>
        </p:nvSpPr>
        <p:spPr>
          <a:xfrm>
            <a:off x="8264166" y="5648471"/>
            <a:ext cx="4118814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difference too great for grouping</a:t>
            </a:r>
          </a:p>
        </p:txBody>
      </p:sp>
    </p:spTree>
    <p:extLst>
      <p:ext uri="{BB962C8B-B14F-4D97-AF65-F5344CB8AC3E}">
        <p14:creationId xmlns:p14="http://schemas.microsoft.com/office/powerpoint/2010/main" val="32998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2029D-AFDC-F7BC-94DC-D77153F51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C43057-B102-8835-D4D3-1C7C26743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189" y="74519"/>
            <a:ext cx="10515600" cy="1033508"/>
          </a:xfrm>
        </p:spPr>
        <p:txBody>
          <a:bodyPr/>
          <a:lstStyle/>
          <a:p>
            <a:r>
              <a:rPr lang="en-US" sz="2800" dirty="0"/>
              <a:t>WGR Fitted Exponential Decay Curves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D1847-B97E-BA77-D0DF-5087ACE658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83401" y="536764"/>
            <a:ext cx="1366522" cy="229704"/>
          </a:xfrm>
        </p:spPr>
        <p:txBody>
          <a:bodyPr/>
          <a:lstStyle/>
          <a:p>
            <a:r>
              <a:rPr lang="en-US" dirty="0"/>
              <a:t>Entire PSN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A2409-65CE-8FA9-A449-C9AC148F1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66984-E536-5914-BBA9-4970B3C26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28817E1-E727-EA10-FF4C-0C0968D7A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146535"/>
              </p:ext>
            </p:extLst>
          </p:nvPr>
        </p:nvGraphicFramePr>
        <p:xfrm>
          <a:off x="438452" y="2832326"/>
          <a:ext cx="2720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65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906765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906765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6D490112-9FAC-B3DF-867D-887CAB212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12791"/>
            <a:ext cx="1497602" cy="20056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11715EB-81FC-41E3-7821-FEB86DE39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293" y="780395"/>
            <a:ext cx="1971973" cy="2038053"/>
          </a:xfrm>
          <a:prstGeom prst="rect">
            <a:avLst/>
          </a:prstGeom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D418D7E-72F1-362C-D9F4-8EFE17342C81}"/>
              </a:ext>
            </a:extLst>
          </p:cNvPr>
          <p:cNvSpPr txBox="1">
            <a:spLocks/>
          </p:cNvSpPr>
          <p:nvPr/>
        </p:nvSpPr>
        <p:spPr>
          <a:xfrm>
            <a:off x="4722512" y="550690"/>
            <a:ext cx="2097201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South of 16-33 PSN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FBFCCDB-8035-35E7-C2A2-4B81E5CF5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91399"/>
              </p:ext>
            </p:extLst>
          </p:nvPr>
        </p:nvGraphicFramePr>
        <p:xfrm>
          <a:off x="4480168" y="2832326"/>
          <a:ext cx="2720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65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906765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906765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553CEBF-325F-29DB-BCA3-D05F62C24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816" y="869704"/>
            <a:ext cx="1931813" cy="19487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1D0E59-6096-84AE-00ED-3C528987D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065" y="869705"/>
            <a:ext cx="1433741" cy="1948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A6711A-B8C2-AAA2-C989-841EE57124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8332" y="899807"/>
            <a:ext cx="1396543" cy="1932519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7D2412D-83F4-9BAD-452D-7BF0994114E3}"/>
              </a:ext>
            </a:extLst>
          </p:cNvPr>
          <p:cNvSpPr txBox="1">
            <a:spLocks/>
          </p:cNvSpPr>
          <p:nvPr/>
        </p:nvSpPr>
        <p:spPr>
          <a:xfrm>
            <a:off x="9384031" y="665542"/>
            <a:ext cx="1480843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16-33 &amp; 06-07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74D98F-9BCC-92BD-6D45-535657F451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4875" y="907191"/>
            <a:ext cx="1952475" cy="1932518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DA876F7-817F-F4A3-0C84-8F10C3CC2FFD}"/>
              </a:ext>
            </a:extLst>
          </p:cNvPr>
          <p:cNvSpPr txBox="1">
            <a:spLocks/>
          </p:cNvSpPr>
          <p:nvPr/>
        </p:nvSpPr>
        <p:spPr>
          <a:xfrm>
            <a:off x="694754" y="5451763"/>
            <a:ext cx="2133936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Took Midpoint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9F93CB7-F25F-3CDC-288D-29A14EC2E91E}"/>
              </a:ext>
            </a:extLst>
          </p:cNvPr>
          <p:cNvSpPr txBox="1">
            <a:spLocks/>
          </p:cNvSpPr>
          <p:nvPr/>
        </p:nvSpPr>
        <p:spPr>
          <a:xfrm>
            <a:off x="4704144" y="5451763"/>
            <a:ext cx="2133936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Took Midpoint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7B903B0-BC67-4B04-CE11-EDD58722E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275231"/>
              </p:ext>
            </p:extLst>
          </p:nvPr>
        </p:nvGraphicFramePr>
        <p:xfrm>
          <a:off x="8419423" y="2847093"/>
          <a:ext cx="362038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097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3072305053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MNTN D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5E34294-C83A-0947-ABD6-A30D93AD9BAC}"/>
              </a:ext>
            </a:extLst>
          </p:cNvPr>
          <p:cNvSpPr txBox="1">
            <a:spLocks/>
          </p:cNvSpPr>
          <p:nvPr/>
        </p:nvSpPr>
        <p:spPr>
          <a:xfrm>
            <a:off x="8252122" y="5403748"/>
            <a:ext cx="4067292" cy="2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difference too great for grouping</a:t>
            </a:r>
          </a:p>
        </p:txBody>
      </p:sp>
    </p:spTree>
    <p:extLst>
      <p:ext uri="{BB962C8B-B14F-4D97-AF65-F5344CB8AC3E}">
        <p14:creationId xmlns:p14="http://schemas.microsoft.com/office/powerpoint/2010/main" val="247006837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1415</TotalTime>
  <Words>306</Words>
  <Application>Microsoft Office PowerPoint</Application>
  <PresentationFormat>Widescreen</PresentationFormat>
  <Paragraphs>155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Roboto</vt:lpstr>
      <vt:lpstr>Roboto Light</vt:lpstr>
      <vt:lpstr>1_Office Theme</vt:lpstr>
      <vt:lpstr>PSN WGR Plots</vt:lpstr>
      <vt:lpstr>WGR Raw Data Extrapolations</vt:lpstr>
      <vt:lpstr>WGR Fitted Exponential Decay Curves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Wapiti FDP Gold Creek and Elmworth Infrastructure Considerations</dc:title>
  <dc:creator>Thomas Litchfield</dc:creator>
  <cp:lastModifiedBy>Marcus Kittelson</cp:lastModifiedBy>
  <cp:revision>197</cp:revision>
  <dcterms:created xsi:type="dcterms:W3CDTF">2022-02-01T19:15:29Z</dcterms:created>
  <dcterms:modified xsi:type="dcterms:W3CDTF">2024-10-22T21:50:39Z</dcterms:modified>
</cp:coreProperties>
</file>