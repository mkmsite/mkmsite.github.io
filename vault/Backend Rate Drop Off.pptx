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14" r:id="rId2"/>
    <p:sldId id="752" r:id="rId3"/>
    <p:sldId id="75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901" autoAdjust="0"/>
  </p:normalViewPr>
  <p:slideViewPr>
    <p:cSldViewPr snapToGrid="0">
      <p:cViewPr varScale="1">
        <p:scale>
          <a:sx n="113" d="100"/>
          <a:sy n="113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64DE-67DF-4D4C-916D-CA18529996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4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Slurry Rate </a:t>
            </a:r>
            <a:br>
              <a:rPr lang="en-US" sz="4400" dirty="0"/>
            </a:br>
            <a:r>
              <a:rPr lang="en-US" sz="4400" dirty="0"/>
              <a:t>Backend Rate Drop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July 2024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Workflow Summary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4638952B-21FA-4612-8455-C25BE0923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261" y="1453816"/>
            <a:ext cx="10515600" cy="230188"/>
          </a:xfrm>
        </p:spPr>
        <p:txBody>
          <a:bodyPr/>
          <a:lstStyle/>
          <a:p>
            <a:pPr lvl="0"/>
            <a:r>
              <a:rPr lang="en-US" sz="1400" b="1" dirty="0"/>
              <a:t>1. Data Intake: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Load slurry rate data from CSV file.</a:t>
            </a:r>
          </a:p>
          <a:p>
            <a:pPr lvl="0"/>
            <a:r>
              <a:rPr lang="en-US" sz="1400" b="1" dirty="0"/>
              <a:t>2</a:t>
            </a:r>
            <a:r>
              <a:rPr lang="en-US" sz="1400" dirty="0"/>
              <a:t>. </a:t>
            </a:r>
            <a:r>
              <a:rPr lang="en-US" sz="1400" b="1" dirty="0"/>
              <a:t>Data Preparation</a:t>
            </a:r>
            <a:r>
              <a:rPr lang="en-US" sz="1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Compute the running average slurry rate using a specified window size to smooth out short-term fluctuations.</a:t>
            </a:r>
          </a:p>
          <a:p>
            <a:pPr lvl="0"/>
            <a:r>
              <a:rPr lang="en-US" sz="1400" b="1" dirty="0"/>
              <a:t>3. Peak Identification</a:t>
            </a:r>
            <a:r>
              <a:rPr lang="en-US" sz="1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Identify the all-time high (peak) in the running average slurry rate for each stage</a:t>
            </a:r>
          </a:p>
          <a:p>
            <a:pPr lvl="0"/>
            <a:r>
              <a:rPr lang="en-US" sz="1400" b="1" dirty="0"/>
              <a:t>4. Post-Peak Analysis</a:t>
            </a:r>
            <a:r>
              <a:rPr lang="en-US" sz="1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Focus analysis on data points occurring after the identified peak.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the percentage drop in slurry rate from the peak for each data point.</a:t>
            </a:r>
          </a:p>
          <a:p>
            <a:r>
              <a:rPr lang="en-US" sz="1400" b="1" dirty="0"/>
              <a:t>5. Sustained Decline Detection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Determine if the slurry rate has declined beyond a specified drop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 if this decline is sustained for a minimum time period, defined as a percentage of the total time.</a:t>
            </a:r>
          </a:p>
          <a:p>
            <a:r>
              <a:rPr lang="en-US" sz="1400" b="1" dirty="0"/>
              <a:t>6. Stage Classification</a:t>
            </a:r>
            <a:r>
              <a:rPr lang="en-U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Classify each stage as having a backend rate drop-off if a sustained decline is detected.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Return results indicating which stages have a backend rate drop-off.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870E22-F903-47BB-9CE7-8B7D4D3E9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808" y="2705100"/>
            <a:ext cx="4031192" cy="2105964"/>
          </a:xfrm>
          <a:prstGeom prst="rect">
            <a:avLst/>
          </a:prstGeom>
        </p:spPr>
      </p:pic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B93AE62-A2F1-4687-B493-5BD094609DF3}"/>
              </a:ext>
            </a:extLst>
          </p:cNvPr>
          <p:cNvCxnSpPr>
            <a:cxnSpLocks/>
          </p:cNvCxnSpPr>
          <p:nvPr/>
        </p:nvCxnSpPr>
        <p:spPr>
          <a:xfrm>
            <a:off x="9090991" y="2478978"/>
            <a:ext cx="1085413" cy="17393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1BF21A4-8765-436E-99D0-74165730A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DDABE-8A29-40B2-B178-4D75EEC1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960"/>
            <a:ext cx="12192000" cy="63820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8FD530-06E9-4CE3-BD21-7B5FC2C09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7960"/>
            <a:ext cx="12192000" cy="63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710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4348</TotalTime>
  <Words>176</Words>
  <Application>Microsoft Office PowerPoint</Application>
  <PresentationFormat>Widescreen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Roboto</vt:lpstr>
      <vt:lpstr>Roboto Light</vt:lpstr>
      <vt:lpstr>Roboto Medium</vt:lpstr>
      <vt:lpstr>1_Office Theme</vt:lpstr>
      <vt:lpstr>Slurry Rate  Backend Rate Drop</vt:lpstr>
      <vt:lpstr>Technical Workflow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Thomas Litchfield</dc:creator>
  <cp:lastModifiedBy>Marcus Kittelson</cp:lastModifiedBy>
  <cp:revision>197</cp:revision>
  <dcterms:created xsi:type="dcterms:W3CDTF">2022-02-01T19:15:29Z</dcterms:created>
  <dcterms:modified xsi:type="dcterms:W3CDTF">2024-07-19T14:57:47Z</dcterms:modified>
</cp:coreProperties>
</file>