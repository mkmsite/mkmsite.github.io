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14" r:id="rId2"/>
    <p:sldId id="752" r:id="rId3"/>
    <p:sldId id="7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01" autoAdjust="0"/>
  </p:normalViewPr>
  <p:slideViewPr>
    <p:cSldViewPr snapToGrid="0">
      <p:cViewPr varScale="1">
        <p:scale>
          <a:sx n="113" d="100"/>
          <a:sy n="113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Interconnect Workflow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July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4057"/>
            <a:ext cx="10515600" cy="1033508"/>
          </a:xfrm>
        </p:spPr>
        <p:txBody>
          <a:bodyPr/>
          <a:lstStyle/>
          <a:p>
            <a:r>
              <a:rPr lang="en-US" dirty="0"/>
              <a:t>Workflow Order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Mosaic Export as Budget Combined Forecast For Life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Created Excel Sheet of Pad Locations &amp; Corresponding wells below to use as index for combining values by pad (as entity name can either be by pad or well - thus handles naming inconsistency)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Python Code to roll up data that operates by:</a:t>
            </a:r>
          </a:p>
          <a:p>
            <a:r>
              <a:rPr lang="en-US" sz="2000" dirty="0"/>
              <a:t>	- Import Budget Combined Forecast &amp; Pad/Well information </a:t>
            </a:r>
          </a:p>
          <a:p>
            <a:r>
              <a:rPr lang="en-US" sz="2000" dirty="0"/>
              <a:t>	- Identify matching pad data or individually search for well data, then aggregate 	 	  forecast values by product and month</a:t>
            </a:r>
          </a:p>
          <a:p>
            <a:r>
              <a:rPr lang="en-US" sz="2000" dirty="0"/>
              <a:t>	- Organize aggregated data into a structured format</a:t>
            </a:r>
          </a:p>
          <a:p>
            <a:r>
              <a:rPr lang="en-US" sz="2000" dirty="0"/>
              <a:t>4. Spotfire dashboard to display rolled up data (shown on next slide)</a:t>
            </a:r>
          </a:p>
          <a:p>
            <a:r>
              <a:rPr lang="en-US" sz="2000" dirty="0"/>
              <a:t>5. Python data function created in Spotfire to shift 04-02 and 09-03 data to input start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9EF192-0BF0-4482-AB53-CB610F14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3" y="360576"/>
            <a:ext cx="10515600" cy="1033508"/>
          </a:xfrm>
        </p:spPr>
        <p:txBody>
          <a:bodyPr/>
          <a:lstStyle/>
          <a:p>
            <a:r>
              <a:rPr lang="en-US" dirty="0"/>
              <a:t>Spotfire Dashboard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32C53-D0AE-43AD-BBE7-B791A6B9C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5EC8F-AF8A-42AD-A71F-13175FEF4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4055F1-DC4D-46F5-A5CE-AD5B47D5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950955"/>
            <a:ext cx="10600266" cy="572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557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Roboto</vt:lpstr>
      <vt:lpstr>Roboto Light</vt:lpstr>
      <vt:lpstr>Roboto Medium</vt:lpstr>
      <vt:lpstr>1_Office Theme</vt:lpstr>
      <vt:lpstr>Interconnect Workflow</vt:lpstr>
      <vt:lpstr>Workflow Order</vt:lpstr>
      <vt:lpstr>Spotfire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196</cp:revision>
  <dcterms:created xsi:type="dcterms:W3CDTF">2022-02-01T19:15:29Z</dcterms:created>
  <dcterms:modified xsi:type="dcterms:W3CDTF">2024-07-19T14:56:43Z</dcterms:modified>
</cp:coreProperties>
</file>