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8"/>
  </p:notesMasterIdLst>
  <p:sldIdLst>
    <p:sldId id="314" r:id="rId2"/>
    <p:sldId id="315" r:id="rId3"/>
    <p:sldId id="316" r:id="rId4"/>
    <p:sldId id="317" r:id="rId5"/>
    <p:sldId id="319" r:id="rId6"/>
    <p:sldId id="318" r:id="rId7"/>
  </p:sldIdLst>
  <p:sldSz cx="12192000" cy="6858000"/>
  <p:notesSz cx="9296400" cy="70104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EEEEEE"/>
    <a:srgbClr val="E6E6E6"/>
    <a:srgbClr val="FDFDFD"/>
    <a:srgbClr val="00B3ED"/>
    <a:srgbClr val="2CA73C"/>
    <a:srgbClr val="EBEFF1"/>
    <a:srgbClr val="DBE1E5"/>
    <a:srgbClr val="A0AEB9"/>
    <a:srgbClr val="EC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0" autoAdjust="0"/>
    <p:restoredTop sz="95930" autoAdjust="0"/>
  </p:normalViewPr>
  <p:slideViewPr>
    <p:cSldViewPr snapToGrid="0" snapToObjects="1">
      <p:cViewPr varScale="1">
        <p:scale>
          <a:sx n="155" d="100"/>
          <a:sy n="155" d="100"/>
        </p:scale>
        <p:origin x="696" y="96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2/24/2025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429" y="1598314"/>
            <a:ext cx="7462421" cy="2105723"/>
          </a:xfrm>
        </p:spPr>
        <p:txBody>
          <a:bodyPr/>
          <a:lstStyle/>
          <a:p>
            <a:r>
              <a:rPr lang="en-CA" dirty="0"/>
              <a:t>105/110m Stage Comparisons by Zone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CA" sz="1400" dirty="0">
                <a:latin typeface="Arial" panose="020B0604020202020204" pitchFamily="34" charset="0"/>
                <a:ea typeface="Roboto Light" panose="02000000000000000000" pitchFamily="2" charset="0"/>
              </a:rPr>
              <a:t>Feb 2025 | Marcus Kittelson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23FD54-476D-4506-AF7F-E6228A1B2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01" y="179571"/>
            <a:ext cx="10515600" cy="1033508"/>
          </a:xfrm>
        </p:spPr>
        <p:txBody>
          <a:bodyPr/>
          <a:lstStyle/>
          <a:p>
            <a:r>
              <a:rPr lang="en-CA" dirty="0"/>
              <a:t>Time/100T by Zone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CD71-9F6B-4361-9556-16E888E9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B8FD-2130-4C06-8879-0CEC0737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A5E351-EDBA-A880-1160-4937937CE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078"/>
            <a:ext cx="6368955" cy="30746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5BBC0F-3C43-E383-10A0-7E9B7170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116" y="694427"/>
            <a:ext cx="5507042" cy="31263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A7F25C-6404-8F74-243E-889E48AFF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806838"/>
            <a:ext cx="4114800" cy="25261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EB7A93-07F9-E338-7FED-BAEA1D1B7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397" y="3820746"/>
            <a:ext cx="4578480" cy="287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2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EEF4-2DA4-F023-876C-956AF740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68BFBD-64C4-A084-BB02-9A27D74B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01" y="179571"/>
            <a:ext cx="10515600" cy="1033508"/>
          </a:xfrm>
        </p:spPr>
        <p:txBody>
          <a:bodyPr/>
          <a:lstStyle/>
          <a:p>
            <a:r>
              <a:rPr lang="en-CA" dirty="0"/>
              <a:t>Volume to 20T by Zone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45D48-72CA-01F9-96D7-A2F5B0CCF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993F1-92AA-0627-780B-179A1B50A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2EA0F9-4ACA-3FCF-581C-0FD02EB42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733"/>
            <a:ext cx="6575835" cy="3094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FC4CB2-1875-C0EF-D128-8D3C94F38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965" y="696325"/>
            <a:ext cx="5037396" cy="28592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E4E4FD-8A2C-0A05-DD22-6B515D3B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605" y="3593910"/>
            <a:ext cx="2919308" cy="3214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246BB2-9D23-2A95-0460-EFBE3CC29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3781809"/>
            <a:ext cx="4188008" cy="255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8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FC73E-4EA3-1AD4-FA71-F8188A9A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D53ED6-46E0-7BBF-4A49-F95B83A7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01" y="179571"/>
            <a:ext cx="10515600" cy="1033508"/>
          </a:xfrm>
        </p:spPr>
        <p:txBody>
          <a:bodyPr/>
          <a:lstStyle/>
          <a:p>
            <a:r>
              <a:rPr lang="en-CA" dirty="0"/>
              <a:t>Post Sand Time by Zone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23D1C-442B-C9C9-722E-202C77B13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0E0EA-ED36-97F2-9EDF-42571928E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8A9A5-8F35-5580-B649-BCB0874A2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341"/>
            <a:ext cx="6575263" cy="31681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9EAF16-1353-2BD7-AFE0-9993C6EA4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625" y="621341"/>
            <a:ext cx="5178211" cy="32600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2AB8ED-B14E-A2D0-C9B5-A821D19EE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505" y="3958007"/>
            <a:ext cx="4863551" cy="28392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80714B-D7FF-27B5-B042-34FFA377C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96" y="3761783"/>
            <a:ext cx="4513292" cy="258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8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AABC0-DE54-832A-3236-6C23619C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FDD9CF-25CB-0340-9BFE-EF71E34E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01" y="179571"/>
            <a:ext cx="10515600" cy="1033508"/>
          </a:xfrm>
        </p:spPr>
        <p:txBody>
          <a:bodyPr/>
          <a:lstStyle/>
          <a:p>
            <a:r>
              <a:rPr lang="en-CA" dirty="0"/>
              <a:t>Average Slurry Rate Graph by Well for 105/110m Stages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988EE-8594-87EF-2307-472B5D6B7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77A76-DBEE-57CA-2EBC-F1566D4E6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5DEA88-9952-AAFE-2FF2-8E90A4E0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912"/>
            <a:ext cx="12192000" cy="585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00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F181-A097-0A55-40CC-C30E36FFB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CBFF2D-F5A6-AB54-D036-553BA02C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01" y="179571"/>
            <a:ext cx="10515600" cy="1033508"/>
          </a:xfrm>
        </p:spPr>
        <p:txBody>
          <a:bodyPr/>
          <a:lstStyle/>
          <a:p>
            <a:r>
              <a:rPr lang="en-CA" dirty="0"/>
              <a:t>Slurry Rate of all 105/110m Stages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A5078-94F2-41B3-E47B-83BB6CECB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CAFEE-BC3F-8EA0-35B7-340930A22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5AD787-DC64-E6A9-940D-B1952C61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019"/>
            <a:ext cx="12192000" cy="602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80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65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Roboto</vt:lpstr>
      <vt:lpstr>Office Theme</vt:lpstr>
      <vt:lpstr>105/110m Stage Comparisons by Zone</vt:lpstr>
      <vt:lpstr>Time/100T by Zone</vt:lpstr>
      <vt:lpstr>Volume to 20T by Zone</vt:lpstr>
      <vt:lpstr>Post Sand Time by Zone</vt:lpstr>
      <vt:lpstr>Average Slurry Rate Graph by Well for 105/110m Stages</vt:lpstr>
      <vt:lpstr>Slurry Rate of all 105/110m Stages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NuVista Corporate Presentation</dc:title>
  <dc:subject/>
  <dc:creator>Bryan Galambos</dc:creator>
  <cp:lastModifiedBy>Marcus Kittelson</cp:lastModifiedBy>
  <cp:revision>392</cp:revision>
  <cp:lastPrinted>2020-09-16T13:08:11Z</cp:lastPrinted>
  <dcterms:created xsi:type="dcterms:W3CDTF">2020-02-25T19:46:46Z</dcterms:created>
  <dcterms:modified xsi:type="dcterms:W3CDTF">2025-02-24T18:50:40Z</dcterms:modified>
</cp:coreProperties>
</file>