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314" r:id="rId2"/>
    <p:sldId id="752" r:id="rId3"/>
    <p:sldId id="753" r:id="rId4"/>
    <p:sldId id="754" r:id="rId5"/>
    <p:sldId id="755" r:id="rId6"/>
    <p:sldId id="757" r:id="rId7"/>
    <p:sldId id="756" r:id="rId8"/>
    <p:sldId id="758" r:id="rId9"/>
    <p:sldId id="759" r:id="rId10"/>
    <p:sldId id="760" r:id="rId11"/>
    <p:sldId id="761" r:id="rId12"/>
    <p:sldId id="762" r:id="rId13"/>
    <p:sldId id="7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901" autoAdjust="0"/>
  </p:normalViewPr>
  <p:slideViewPr>
    <p:cSldViewPr snapToGrid="0">
      <p:cViewPr varScale="1">
        <p:scale>
          <a:sx n="152" d="100"/>
          <a:sy n="152" d="100"/>
        </p:scale>
        <p:origin x="74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B71AC-A0D8-4729-8BDF-1C6A319ECCB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64DE-67DF-4D4C-916D-CA1852999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3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64DE-67DF-4D4C-916D-CA18529996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587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64DE-67DF-4D4C-916D-CA185299969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7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1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026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0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6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6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43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38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55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955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D828-B38D-4EC1-AA4E-CD5B7412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12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29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12436"/>
            <a:ext cx="7462421" cy="2105723"/>
          </a:xfrm>
        </p:spPr>
        <p:txBody>
          <a:bodyPr anchor="t"/>
          <a:lstStyle/>
          <a:p>
            <a:r>
              <a:rPr lang="en-US" sz="4400" dirty="0" err="1"/>
              <a:t>Elmworth</a:t>
            </a:r>
            <a:r>
              <a:rPr lang="en-US" sz="4400" dirty="0"/>
              <a:t> Type Curves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ea typeface="Roboto Light" panose="02000000000000000000" pitchFamily="2" charset="0"/>
              </a:rPr>
              <a:t>May 2025</a:t>
            </a:r>
            <a:endParaRPr lang="en-US" sz="1400" dirty="0">
              <a:latin typeface="Arial" panose="020B0604020202020204" pitchFamily="34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9F5A7-19C3-2B37-AB8B-719D6C68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4522"/>
            <a:ext cx="10515600" cy="1033508"/>
          </a:xfrm>
        </p:spPr>
        <p:txBody>
          <a:bodyPr/>
          <a:lstStyle/>
          <a:p>
            <a:r>
              <a:rPr lang="en-US" dirty="0"/>
              <a:t>L-Block MNTN 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E015F-399B-AD7C-0854-384AC8875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1D158-AB32-3DF4-ADCE-0F894CE6D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16466D-7CAE-A1EC-A652-29CCD4B4F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1276"/>
            <a:ext cx="12192000" cy="602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89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82D18-C17C-B6F5-0CBE-BBFE97227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39E84-334D-04F9-CB1A-3F2081B49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FB23094A-B03A-7FAF-43A7-8BE7C5EDEE0D}"/>
              </a:ext>
            </a:extLst>
          </p:cNvPr>
          <p:cNvSpPr txBox="1">
            <a:spLocks/>
          </p:cNvSpPr>
          <p:nvPr/>
        </p:nvSpPr>
        <p:spPr>
          <a:xfrm>
            <a:off x="838199" y="292885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L-Block MNTN B </a:t>
            </a:r>
            <a:r>
              <a:rPr lang="en-US" dirty="0">
                <a:solidFill>
                  <a:srgbClr val="FF0000"/>
                </a:solidFill>
              </a:rPr>
              <a:t>*single datapoint*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F273D5-BDA5-E559-E594-5C81A26F87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86"/>
          <a:stretch/>
        </p:blipFill>
        <p:spPr>
          <a:xfrm>
            <a:off x="0" y="796780"/>
            <a:ext cx="12192000" cy="606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4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04CAC-E9DB-30E3-DF6A-E1E4EBD8F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CF801-25D0-1EAE-ABB1-8DCFFEBD4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A818E-2722-B2AB-ED0B-05698BC6E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F8FA58C0-FD91-18B0-995A-EDEE65B9B59D}"/>
              </a:ext>
            </a:extLst>
          </p:cNvPr>
          <p:cNvSpPr txBox="1">
            <a:spLocks/>
          </p:cNvSpPr>
          <p:nvPr/>
        </p:nvSpPr>
        <p:spPr>
          <a:xfrm>
            <a:off x="838199" y="38452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L-Block MNTN 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7CF782-0AB0-06F9-911A-F1D488A3D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42035"/>
            <a:ext cx="12192000" cy="611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54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C7C88-6058-40CA-3DBD-DD99EE57A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F525F-0C6D-93DC-AD1B-D450490F8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0CC83-36AE-A1F9-7C33-4C3C03EF3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760EDAEB-7CB1-A698-70F8-B2C26414945E}"/>
              </a:ext>
            </a:extLst>
          </p:cNvPr>
          <p:cNvSpPr txBox="1">
            <a:spLocks/>
          </p:cNvSpPr>
          <p:nvPr/>
        </p:nvSpPr>
        <p:spPr>
          <a:xfrm>
            <a:off x="838199" y="38452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L-Block MNTN D </a:t>
            </a:r>
            <a:r>
              <a:rPr lang="en-US" dirty="0">
                <a:solidFill>
                  <a:srgbClr val="FF0000"/>
                </a:solidFill>
              </a:rPr>
              <a:t>*single datapoint*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1F19D8-79AE-8CA4-D918-A34104FD9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1961"/>
            <a:ext cx="12192000" cy="603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54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4BAF-1220-5236-7806-EAB4E205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4E91D-AE15-6884-E256-D7651DF9F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0B189-48E1-DBE4-F753-7175E34E8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B2B55E63-1443-A136-E9AE-1574DD733471}"/>
              </a:ext>
            </a:extLst>
          </p:cNvPr>
          <p:cNvSpPr txBox="1">
            <a:spLocks/>
          </p:cNvSpPr>
          <p:nvPr/>
        </p:nvSpPr>
        <p:spPr>
          <a:xfrm>
            <a:off x="569751" y="179571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East Elm MNTN 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AA958C-85EB-0FF5-7FDE-5CD36BB19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24" y="596328"/>
            <a:ext cx="11843857" cy="626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136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0339F-68E5-0A74-AF0F-ADC70CF15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E1DD2-2A34-2EBE-C647-EAF8E2078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23491-D309-6CD9-1C82-FBFDF9676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C90632FB-AB93-6AF4-3CEB-5DAAF6849941}"/>
              </a:ext>
            </a:extLst>
          </p:cNvPr>
          <p:cNvSpPr txBox="1">
            <a:spLocks/>
          </p:cNvSpPr>
          <p:nvPr/>
        </p:nvSpPr>
        <p:spPr>
          <a:xfrm>
            <a:off x="838199" y="38452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East Elm MNTN B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4FEC23-0625-6A0A-464F-8D6ADA0A4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0" y="876650"/>
            <a:ext cx="11337830" cy="59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950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5DC979-D491-569E-B1B8-EA8B3DF00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90" y="179571"/>
            <a:ext cx="10515600" cy="1033508"/>
          </a:xfrm>
        </p:spPr>
        <p:txBody>
          <a:bodyPr/>
          <a:lstStyle/>
          <a:p>
            <a:r>
              <a:rPr lang="en-CA"/>
              <a:t>East Elm MNTN C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C3895-8603-9B8D-5394-0B887F79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E19AD-FCE3-0349-8DF8-C67519C40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CC04B9-1D5F-A61A-1950-6010EBBB8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60" y="822082"/>
            <a:ext cx="11355198" cy="59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95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E164F-B6B5-25AD-A5AA-542F07D88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77E925-1C47-1CE4-D417-D8C12A592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90" y="179571"/>
            <a:ext cx="10515600" cy="1033508"/>
          </a:xfrm>
        </p:spPr>
        <p:txBody>
          <a:bodyPr/>
          <a:lstStyle/>
          <a:p>
            <a:r>
              <a:rPr lang="en-CA"/>
              <a:t>East Elm MNTN D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AD97E-0F4F-CF3B-041E-E1CF9DEA37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A8739-C844-A393-872F-51CD6FA6B5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11FC22-5EA3-26F7-0655-5195745C1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2" y="670852"/>
            <a:ext cx="11894190" cy="626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641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30DBF2-3AE3-E16D-48EA-2A43423D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088" y="281337"/>
            <a:ext cx="10515600" cy="1033508"/>
          </a:xfrm>
        </p:spPr>
        <p:txBody>
          <a:bodyPr/>
          <a:lstStyle/>
          <a:p>
            <a:r>
              <a:rPr lang="en-CA"/>
              <a:t>West Elm MNTN A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2DAF68B-972C-E463-39F4-D81669299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08E390-BC17-6E5C-4C59-E5178B193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74" y="802640"/>
            <a:ext cx="11527851" cy="605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886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5EBB1-EDCA-CA69-632B-10FE7694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1F9D39-6254-4BD4-AD0F-2D4CA1132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41" y="126509"/>
            <a:ext cx="10515600" cy="1033508"/>
          </a:xfrm>
        </p:spPr>
        <p:txBody>
          <a:bodyPr/>
          <a:lstStyle/>
          <a:p>
            <a:r>
              <a:rPr lang="en-CA"/>
              <a:t>West Elm MNTN B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14D429-712D-F11F-8699-2AC14804E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8" y="643263"/>
            <a:ext cx="11667688" cy="618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340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F6745-6ACA-13EC-1EEC-DB3120C5E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3A3E2E-99D7-A3F7-08F5-4F69E84F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05" y="73367"/>
            <a:ext cx="10515600" cy="491329"/>
          </a:xfrm>
        </p:spPr>
        <p:txBody>
          <a:bodyPr/>
          <a:lstStyle/>
          <a:p>
            <a:r>
              <a:rPr lang="en-CA"/>
              <a:t>West Elm MNTN C</a:t>
            </a: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BC4425-028B-C184-E388-6A8510D35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575"/>
            <a:ext cx="12192000" cy="642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273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6195E-36C4-B3F9-9592-69D7A8B5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D71BEF-C166-34E8-F239-480387C7A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27" y="56589"/>
            <a:ext cx="10515600" cy="491329"/>
          </a:xfrm>
        </p:spPr>
        <p:txBody>
          <a:bodyPr/>
          <a:lstStyle/>
          <a:p>
            <a:r>
              <a:rPr lang="en-CA"/>
              <a:t>West Elm MNTN D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3099B4-054A-FDFA-3B5E-926DF6DBA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5" y="495508"/>
            <a:ext cx="12192000" cy="636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349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18577</TotalTime>
  <Words>99</Words>
  <Application>Microsoft Office PowerPoint</Application>
  <PresentationFormat>Widescreen</PresentationFormat>
  <Paragraphs>32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Roboto</vt:lpstr>
      <vt:lpstr>Roboto Light</vt:lpstr>
      <vt:lpstr>1_Office Theme</vt:lpstr>
      <vt:lpstr>Elmworth Type Curves</vt:lpstr>
      <vt:lpstr>L-Block MNTN 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East Elm MNTN C</vt:lpstr>
      <vt:lpstr>East Elm MNTN D</vt:lpstr>
      <vt:lpstr>West Elm MNTN A</vt:lpstr>
      <vt:lpstr>West Elm MNTN B</vt:lpstr>
      <vt:lpstr>West Elm MNTN C</vt:lpstr>
      <vt:lpstr>West Elm MNTN 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Wapiti FDP Gold Creek and Elmworth Infrastructure Considerations</dc:title>
  <dc:creator>Thomas Litchfield</dc:creator>
  <cp:lastModifiedBy>Marcus Kittelson</cp:lastModifiedBy>
  <cp:revision>205</cp:revision>
  <dcterms:created xsi:type="dcterms:W3CDTF">2022-02-01T19:15:29Z</dcterms:created>
  <dcterms:modified xsi:type="dcterms:W3CDTF">2025-06-05T22:03:17Z</dcterms:modified>
</cp:coreProperties>
</file>