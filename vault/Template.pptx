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4"/>
  </p:notesMasterIdLst>
  <p:sldIdLst>
    <p:sldId id="314" r:id="rId2"/>
    <p:sldId id="315" r:id="rId3"/>
  </p:sldIdLst>
  <p:sldSz cx="12192000" cy="6858000"/>
  <p:notesSz cx="9296400" cy="7010400"/>
  <p:embeddedFontLst>
    <p:embeddedFont>
      <p:font typeface="Roboto" panose="020000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178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1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EEEEEE"/>
    <a:srgbClr val="E6E6E6"/>
    <a:srgbClr val="FDFDFD"/>
    <a:srgbClr val="00B3ED"/>
    <a:srgbClr val="2CA73C"/>
    <a:srgbClr val="EBEFF1"/>
    <a:srgbClr val="DBE1E5"/>
    <a:srgbClr val="A0AEB9"/>
    <a:srgbClr val="EC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0" autoAdjust="0"/>
    <p:restoredTop sz="95930" autoAdjust="0"/>
  </p:normalViewPr>
  <p:slideViewPr>
    <p:cSldViewPr snapToGrid="0" snapToObjects="1">
      <p:cViewPr varScale="1">
        <p:scale>
          <a:sx n="61" d="100"/>
          <a:sy n="61" d="100"/>
        </p:scale>
        <p:origin x="804" y="64"/>
      </p:cViewPr>
      <p:guideLst>
        <p:guide orient="horz" pos="1094"/>
        <p:guide pos="3840"/>
        <p:guide orient="horz" pos="686"/>
        <p:guide orient="horz" pos="414"/>
        <p:guide orient="horz" pos="4178"/>
        <p:guide orient="horz" pos="3906"/>
        <p:guide pos="7401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6EAC625-E89F-2B49-ABD1-579846A52727}" type="datetimeFigureOut">
              <a:rPr lang="en-US" smtClean="0"/>
              <a:pPr/>
              <a:t>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04DAF55-04DD-DC4E-B72C-B38F1B69FD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2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2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6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8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7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8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3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5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9" r:id="rId6"/>
    <p:sldLayoutId id="2147483660" r:id="rId7"/>
    <p:sldLayoutId id="2147483656" r:id="rId8"/>
    <p:sldLayoutId id="2147483657" r:id="rId9"/>
    <p:sldLayoutId id="2147483661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7462421" cy="210572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CFEBB4-475D-448A-81B0-65E3F5CD4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23FD54-476D-4506-AF7F-E6228A1B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4942C-2FBB-4475-8405-146FA8DF43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21271-F4E7-4386-902D-128AA8FEA1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4CD71-9F6B-4361-9556-16E888E9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1B8FD-2130-4C06-8879-0CEC07376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27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56584E-0507-4745-816C-AF496AF9464E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Roboto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NuVista Corporate Presentation</dc:title>
  <dc:subject/>
  <dc:creator>Bryan Galambos</dc:creator>
  <cp:lastModifiedBy>Marcus Kittelson</cp:lastModifiedBy>
  <cp:revision>389</cp:revision>
  <cp:lastPrinted>2020-09-16T13:08:11Z</cp:lastPrinted>
  <dcterms:created xsi:type="dcterms:W3CDTF">2020-02-25T19:46:46Z</dcterms:created>
  <dcterms:modified xsi:type="dcterms:W3CDTF">2025-02-05T15:36:34Z</dcterms:modified>
</cp:coreProperties>
</file>