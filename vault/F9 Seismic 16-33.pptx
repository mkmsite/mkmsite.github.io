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14" r:id="rId2"/>
    <p:sldId id="75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901" autoAdjust="0"/>
  </p:normalViewPr>
  <p:slideViewPr>
    <p:cSldViewPr snapToGrid="0">
      <p:cViewPr varScale="1">
        <p:scale>
          <a:sx n="67" d="100"/>
          <a:sy n="67" d="100"/>
        </p:scale>
        <p:origin x="3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64DE-67DF-4D4C-916D-CA18529996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80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dirty="0"/>
              <a:t>Plug/Perf Relation to </a:t>
            </a:r>
            <a:br>
              <a:rPr lang="en-US" sz="4400" dirty="0"/>
            </a:br>
            <a:r>
              <a:rPr lang="en-US" sz="4400" dirty="0"/>
              <a:t>Seismic Events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July 2024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BBD900-2B25-5662-E36E-EB60D12F8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8104" y="5019533"/>
            <a:ext cx="10515600" cy="391297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52" y="388344"/>
            <a:ext cx="6899125" cy="514892"/>
          </a:xfrm>
        </p:spPr>
        <p:txBody>
          <a:bodyPr/>
          <a:lstStyle/>
          <a:p>
            <a:r>
              <a:rPr lang="en-US" sz="2800" dirty="0"/>
              <a:t>F9 Plug/Perf Relation to Seismic Events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CE361-2932-DF86-76CD-40866E65F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609" y="1081988"/>
            <a:ext cx="10515600" cy="229704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Three spatially close seismic events occurred during the F9 plug/perf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     while no stages were being pumped. </a:t>
            </a:r>
          </a:p>
          <a:p>
            <a:pPr>
              <a:lnSpc>
                <a:spcPct val="100000"/>
              </a:lnSpc>
            </a:pPr>
            <a:endParaRPr lang="en-US" sz="1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Previous stage E8 finished 53 minutes prior to first noted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     seismic event, with zero seismic events recorded during E8.</a:t>
            </a:r>
          </a:p>
          <a:p>
            <a:pPr>
              <a:lnSpc>
                <a:spcPct val="100000"/>
              </a:lnSpc>
            </a:pPr>
            <a:endParaRPr lang="en-US" sz="1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First event possessed a relatively high magnitude of 0.57, greater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     than 97.6% of recorded events – with magnitude of the events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     decreasing with respect to time.</a:t>
            </a:r>
          </a:p>
          <a:p>
            <a:pPr>
              <a:lnSpc>
                <a:spcPct val="100000"/>
              </a:lnSpc>
            </a:pPr>
            <a:endParaRPr lang="en-US" sz="1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F9 showed strong seismic relations while pumping with an uptick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     in event count and an above average magnitude of 0.20. </a:t>
            </a:r>
          </a:p>
          <a:p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6BB746-5E9E-4F17-8F8E-1F0167130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70" y="5404054"/>
            <a:ext cx="4383065" cy="145394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323E20-3E0F-4AB2-9EF5-922A790E8770}"/>
              </a:ext>
            </a:extLst>
          </p:cNvPr>
          <p:cNvCxnSpPr>
            <a:cxnSpLocks/>
          </p:cNvCxnSpPr>
          <p:nvPr/>
        </p:nvCxnSpPr>
        <p:spPr>
          <a:xfrm>
            <a:off x="3923362" y="4824248"/>
            <a:ext cx="680567" cy="837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0B9536E-D0E2-4BEF-9FA1-9B08EC3E0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618" y="0"/>
            <a:ext cx="4950382" cy="46216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CDF9201-4D91-42EF-B125-D7B573FBF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613" y="4621684"/>
            <a:ext cx="4703283" cy="2236316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AFF29B8-3B35-4967-9EE0-EE02C9995FF2}"/>
              </a:ext>
            </a:extLst>
          </p:cNvPr>
          <p:cNvCxnSpPr>
            <a:cxnSpLocks/>
          </p:cNvCxnSpPr>
          <p:nvPr/>
        </p:nvCxnSpPr>
        <p:spPr>
          <a:xfrm>
            <a:off x="5762467" y="1608083"/>
            <a:ext cx="1543724" cy="3285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2772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119</Words>
  <Application>Microsoft Office PowerPoint</Application>
  <PresentationFormat>Widescreen</PresentationFormat>
  <Paragraphs>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Roboto</vt:lpstr>
      <vt:lpstr>Roboto Light</vt:lpstr>
      <vt:lpstr>Roboto Medium</vt:lpstr>
      <vt:lpstr>1_Office Theme</vt:lpstr>
      <vt:lpstr>Plug/Perf Relation to  Seismic Events</vt:lpstr>
      <vt:lpstr>F9 Plug/Perf Relation to Seismic Events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Marcus Kittelson</dc:creator>
  <cp:lastModifiedBy>Marcus Kittelson</cp:lastModifiedBy>
  <cp:revision>204</cp:revision>
  <dcterms:created xsi:type="dcterms:W3CDTF">2022-02-01T19:15:29Z</dcterms:created>
  <dcterms:modified xsi:type="dcterms:W3CDTF">2024-07-08T22:59:33Z</dcterms:modified>
</cp:coreProperties>
</file>