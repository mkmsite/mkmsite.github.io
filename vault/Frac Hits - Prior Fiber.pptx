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embedTrueTypeFonts="1" autoCompressPictures="0">
  <p:sldMasterIdLst>
    <p:sldMasterId id="2147483648" r:id="rId1"/>
  </p:sldMasterIdLst>
  <p:notesMasterIdLst>
    <p:notesMasterId r:id="rId7"/>
  </p:notesMasterIdLst>
  <p:sldIdLst>
    <p:sldId id="314" r:id="rId2"/>
    <p:sldId id="315" r:id="rId3"/>
    <p:sldId id="316" r:id="rId4"/>
    <p:sldId id="317" r:id="rId5"/>
    <p:sldId id="318" r:id="rId6"/>
  </p:sldIdLst>
  <p:sldSz cx="12192000" cy="6858000"/>
  <p:notesSz cx="9296400" cy="7010400"/>
  <p:embeddedFontLst>
    <p:embeddedFont>
      <p:font typeface="Roboto" panose="02000000000000000000" pitchFamily="2" charset="0"/>
      <p:regular r:id="rId8"/>
      <p:bold r:id="rId9"/>
      <p:italic r:id="rId10"/>
      <p:boldItalic r:id="rId1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94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686" userDrawn="1">
          <p15:clr>
            <a:srgbClr val="A4A3A4"/>
          </p15:clr>
        </p15:guide>
        <p15:guide id="4" orient="horz" pos="414" userDrawn="1">
          <p15:clr>
            <a:srgbClr val="A4A3A4"/>
          </p15:clr>
        </p15:guide>
        <p15:guide id="5" orient="horz" pos="4178" userDrawn="1">
          <p15:clr>
            <a:srgbClr val="A4A3A4"/>
          </p15:clr>
        </p15:guide>
        <p15:guide id="6" orient="horz" pos="3906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18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6D6D6"/>
    <a:srgbClr val="EEEEEE"/>
    <a:srgbClr val="E6E6E6"/>
    <a:srgbClr val="FDFDFD"/>
    <a:srgbClr val="00B3ED"/>
    <a:srgbClr val="2CA73C"/>
    <a:srgbClr val="EBEFF1"/>
    <a:srgbClr val="DBE1E5"/>
    <a:srgbClr val="A0AEB9"/>
    <a:srgbClr val="ECFAE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750" autoAdjust="0"/>
    <p:restoredTop sz="95930" autoAdjust="0"/>
  </p:normalViewPr>
  <p:slideViewPr>
    <p:cSldViewPr snapToGrid="0" snapToObjects="1">
      <p:cViewPr varScale="1">
        <p:scale>
          <a:sx n="155" d="100"/>
          <a:sy n="155" d="100"/>
        </p:scale>
        <p:origin x="388" y="96"/>
      </p:cViewPr>
      <p:guideLst>
        <p:guide orient="horz" pos="1094"/>
        <p:guide pos="3840"/>
        <p:guide orient="horz" pos="686"/>
        <p:guide orient="horz" pos="414"/>
        <p:guide orient="horz" pos="4178"/>
        <p:guide orient="horz" pos="3906"/>
        <p:guide pos="7401"/>
        <p:guide orient="horz" pos="182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265809" y="1"/>
            <a:ext cx="4028440" cy="351737"/>
          </a:xfrm>
          <a:prstGeom prst="rect">
            <a:avLst/>
          </a:prstGeom>
        </p:spPr>
        <p:txBody>
          <a:bodyPr vert="horz" lIns="93177" tIns="46589" rIns="93177" bIns="46589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C6EAC625-E89F-2B49-ABD1-579846A52727}" type="datetimeFigureOut">
              <a:rPr lang="en-US" smtClean="0"/>
              <a:pPr/>
              <a:t>2/19/2025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546350" y="876300"/>
            <a:ext cx="4203700" cy="2365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29640" y="3373754"/>
            <a:ext cx="7437120" cy="2760346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265809" y="6658664"/>
            <a:ext cx="4028440" cy="351736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fld id="{B04DAF55-04DD-DC4E-B72C-B38F1B69FD5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72247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6.svg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gradFill>
          <a:gsLst>
            <a:gs pos="61000">
              <a:schemeClr val="accent2"/>
            </a:gs>
            <a:gs pos="0">
              <a:schemeClr val="tx1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4BFB67-BD8B-2F46-BAA9-8CF50A8572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10341864" cy="2105723"/>
          </a:xfrm>
        </p:spPr>
        <p:txBody>
          <a:bodyPr anchor="b"/>
          <a:lstStyle>
            <a:lvl1pPr algn="l">
              <a:lnSpc>
                <a:spcPct val="95000"/>
              </a:lnSpc>
              <a:defRPr sz="52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431A88-9057-D447-B807-2E54669779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30284"/>
            <a:ext cx="9829800" cy="230819"/>
          </a:xfrm>
        </p:spPr>
        <p:txBody>
          <a:bodyPr/>
          <a:lstStyle>
            <a:lvl1pPr marL="0" indent="0" algn="l">
              <a:buNone/>
              <a:defRPr sz="1600" b="0" i="0">
                <a:solidFill>
                  <a:schemeClr val="bg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pic>
        <p:nvPicPr>
          <p:cNvPr id="6" name="Graphic 12">
            <a:extLst>
              <a:ext uri="{FF2B5EF4-FFF2-40B4-BE49-F238E27FC236}">
                <a16:creationId xmlns:a16="http://schemas.microsoft.com/office/drawing/2014/main" id="{941B6592-629D-784C-80B7-6283B6801E2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>
            <a:off x="852996" y="696897"/>
            <a:ext cx="1384634" cy="674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6532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05D95-4537-EB40-9FCC-C9389FD0B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E12D98-80BF-4D4F-8979-784C42B732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08513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42057947-537C-1747-9E5C-A481123CE84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81B710-B6DC-6643-A3D7-14913FD0D0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067697"/>
            <a:ext cx="10515600" cy="3912973"/>
          </a:xfrm>
        </p:spPr>
        <p:txBody>
          <a:bodyPr/>
          <a:lstStyle>
            <a:lvl1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2pPr>
            <a:lvl3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3pPr>
            <a:lvl4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4pPr>
            <a:lvl5pPr>
              <a:lnSpc>
                <a:spcPts val="1400"/>
              </a:lnSpc>
              <a:spcBef>
                <a:spcPts val="0"/>
              </a:spcBef>
              <a:spcAft>
                <a:spcPts val="1400"/>
              </a:spcAft>
              <a:defRPr sz="100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29EA6210-5372-F44A-BAFF-E6D0C7F2C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26F1068-89AF-344A-B083-2A76BF0DD01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15600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B6ED69-460B-FA45-B956-165C4C0408F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4B83B254-AC64-B647-A844-80DA01F49274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2CF1CDE8-7229-A84D-862B-8F2083C76E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2E516B4-73C8-174D-BE93-D888D75AB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4996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48843A-554F-D54E-9519-6A59A18F5D6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F16D07-96F7-6B4D-ABCF-9D5EEB14F1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27064" y="2067695"/>
            <a:ext cx="5126736" cy="4109267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Text Placeholder 1">
            <a:extLst>
              <a:ext uri="{FF2B5EF4-FFF2-40B4-BE49-F238E27FC236}">
                <a16:creationId xmlns:a16="http://schemas.microsoft.com/office/drawing/2014/main" id="{C36C2F34-1E94-C949-B3BB-8E0144913ED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8199" y="1717565"/>
            <a:ext cx="10526926" cy="229704"/>
          </a:xfrm>
        </p:spPr>
        <p:txBody>
          <a:bodyPr/>
          <a:lstStyle>
            <a:lvl1pPr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A491FEF2-01D4-194B-A16C-45B8EE9C3D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FB0D7B51-4D49-AD48-9ABF-958F1713A11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C652E8FF-2A26-9A4B-B5FD-995C2D4A7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E77D3D50-ABCD-9946-BA54-11C20D30D3D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1CB36A6F-C078-A04F-A367-435FDB0A02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E8A68FED-0E8F-4861-AC42-0064E582B1A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8427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raphic 19">
            <a:extLst>
              <a:ext uri="{FF2B5EF4-FFF2-40B4-BE49-F238E27FC236}">
                <a16:creationId xmlns:a16="http://schemas.microsoft.com/office/drawing/2014/main" id="{46DB92FE-1ED6-BD4F-8564-6110DD8EE8E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6" y="209918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12956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12956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39256" y="1681163"/>
            <a:ext cx="5116131" cy="823912"/>
          </a:xfrm>
        </p:spPr>
        <p:txBody>
          <a:bodyPr anchor="b"/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39256" y="2505075"/>
            <a:ext cx="5116131" cy="368458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465DEF1C-B957-0C45-AF3A-C80FCB7861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6837C80E-7584-0F41-9E77-45AA622281E9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2F6387F-983E-564D-B029-F496745E9E4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4" name="Footer Placeholder 6">
            <a:extLst>
              <a:ext uri="{FF2B5EF4-FFF2-40B4-BE49-F238E27FC236}">
                <a16:creationId xmlns:a16="http://schemas.microsoft.com/office/drawing/2014/main" id="{92966E56-ACA2-BB46-8DAF-C6BB0DD7F14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5" name="Slide Number Placeholder 5">
            <a:extLst>
              <a:ext uri="{FF2B5EF4-FFF2-40B4-BE49-F238E27FC236}">
                <a16:creationId xmlns:a16="http://schemas.microsoft.com/office/drawing/2014/main" id="{BBFC7B1D-6B90-7E43-B776-E2117AD85BA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351848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Graphic 21">
            <a:extLst>
              <a:ext uri="{FF2B5EF4-FFF2-40B4-BE49-F238E27FC236}">
                <a16:creationId xmlns:a16="http://schemas.microsoft.com/office/drawing/2014/main" id="{77C73AE0-D7E4-A242-969B-B953C881A47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2" y="2100648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3329876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83401"/>
            <a:ext cx="3329875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447032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447033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8022336" y="1681163"/>
            <a:ext cx="3329875" cy="823912"/>
          </a:xfrm>
        </p:spPr>
        <p:txBody>
          <a:bodyPr anchor="b"/>
          <a:lstStyle>
            <a:lvl1pPr marL="0" indent="0">
              <a:buNone/>
              <a:defRPr sz="20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8022337" y="2583401"/>
            <a:ext cx="3329874" cy="3606261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26F4DC66-1335-0F4F-9745-4AA926453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0DAFF62F-8798-4E45-A0D4-33C7E942E0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5" name="Graphic 14">
            <a:extLst>
              <a:ext uri="{FF2B5EF4-FFF2-40B4-BE49-F238E27FC236}">
                <a16:creationId xmlns:a16="http://schemas.microsoft.com/office/drawing/2014/main" id="{42DFC743-EAE4-164F-9F2A-49499828B83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6" name="Footer Placeholder 6">
            <a:extLst>
              <a:ext uri="{FF2B5EF4-FFF2-40B4-BE49-F238E27FC236}">
                <a16:creationId xmlns:a16="http://schemas.microsoft.com/office/drawing/2014/main" id="{C0386E48-0F19-AA48-A312-AAED6625B1B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40877424-E4CB-E440-9AD4-8A0F2982A8F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796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Graphic 23">
            <a:extLst>
              <a:ext uri="{FF2B5EF4-FFF2-40B4-BE49-F238E27FC236}">
                <a16:creationId xmlns:a16="http://schemas.microsoft.com/office/drawing/2014/main" id="{D56AE876-11E1-1F4B-9F56-4572091AB2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8040" y="2067696"/>
            <a:ext cx="3072478" cy="3912973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514D1F-5CA2-FD4A-8111-5C428B8EA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2433764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D0A67AE-768D-FF47-ADE4-FE6888DC7AE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627789"/>
            <a:ext cx="2433763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2365714-2DEC-DB45-B4F8-C84DA01AD4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3522028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849B1B4-FD50-6A4A-94C0-75828986E3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22029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680BD89-3A68-944D-BC2C-E8B0449AD1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36211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Content Placeholder 5">
            <a:extLst>
              <a:ext uri="{FF2B5EF4-FFF2-40B4-BE49-F238E27FC236}">
                <a16:creationId xmlns:a16="http://schemas.microsoft.com/office/drawing/2014/main" id="{E8254C6D-E886-9E4E-98B7-90808E14B0E1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36212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5" name="Text Placeholder 4">
            <a:extLst>
              <a:ext uri="{FF2B5EF4-FFF2-40B4-BE49-F238E27FC236}">
                <a16:creationId xmlns:a16="http://schemas.microsoft.com/office/drawing/2014/main" id="{A4C158C2-261F-F64E-9A5D-D4155B9C1FE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8915403" y="1681163"/>
            <a:ext cx="2433763" cy="823912"/>
          </a:xfrm>
        </p:spPr>
        <p:txBody>
          <a:bodyPr anchor="b"/>
          <a:lstStyle>
            <a:lvl1pPr marL="0" indent="0">
              <a:buNone/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Content Placeholder 5">
            <a:extLst>
              <a:ext uri="{FF2B5EF4-FFF2-40B4-BE49-F238E27FC236}">
                <a16:creationId xmlns:a16="http://schemas.microsoft.com/office/drawing/2014/main" id="{157FE8CE-6074-1D41-82FE-76F196F43666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915404" y="2627789"/>
            <a:ext cx="2433762" cy="3561873"/>
          </a:xfrm>
        </p:spPr>
        <p:txBody>
          <a:bodyPr/>
          <a:lstStyle>
            <a:lvl1pPr>
              <a:defRPr sz="1200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Title Placeholder 1">
            <a:extLst>
              <a:ext uri="{FF2B5EF4-FFF2-40B4-BE49-F238E27FC236}">
                <a16:creationId xmlns:a16="http://schemas.microsoft.com/office/drawing/2014/main" id="{796C8826-3828-104C-9751-E7B336D3B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2535F69B-6616-784E-937A-CCDC18B5CA1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D88B4F55-61B2-0D4D-8B51-AC6C272E5ED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23" name="Footer Placeholder 6">
            <a:extLst>
              <a:ext uri="{FF2B5EF4-FFF2-40B4-BE49-F238E27FC236}">
                <a16:creationId xmlns:a16="http://schemas.microsoft.com/office/drawing/2014/main" id="{05B8EE63-54FA-A448-B74E-4F5506964BC8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26" name="Slide Number Placeholder 5">
            <a:extLst>
              <a:ext uri="{FF2B5EF4-FFF2-40B4-BE49-F238E27FC236}">
                <a16:creationId xmlns:a16="http://schemas.microsoft.com/office/drawing/2014/main" id="{6E70716A-C710-654A-8C18-B4AA6BDDB7C6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09345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raphic 18">
            <a:extLst>
              <a:ext uri="{FF2B5EF4-FFF2-40B4-BE49-F238E27FC236}">
                <a16:creationId xmlns:a16="http://schemas.microsoft.com/office/drawing/2014/main" id="{00F43117-01F5-9644-A91E-DCB8B7F4EBA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1618"/>
            <a:ext cx="3072478" cy="3912973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06BABB-B76D-124D-80B7-17F3971654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84" y="1380744"/>
            <a:ext cx="6911404" cy="4480306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04D83C-A92D-E244-9372-84393844577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9" y="2531974"/>
            <a:ext cx="3329876" cy="3337013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630A9B8-D978-7742-917E-2F0ADE492CF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36612" y="1380743"/>
            <a:ext cx="3329876" cy="1050281"/>
          </a:xfrm>
        </p:spPr>
        <p:txBody>
          <a:bodyPr anchor="b" anchorCtr="0"/>
          <a:lstStyle>
            <a:lvl1pPr>
              <a:lnSpc>
                <a:spcPct val="100000"/>
              </a:lnSpc>
              <a:spcBef>
                <a:spcPts val="0"/>
              </a:spcBef>
              <a:defRPr sz="18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9525" indent="0">
              <a:buNone/>
              <a:defRPr/>
            </a:lvl2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E8AF8D62-F2FB-CF46-82BF-D768F72185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426029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67B22AB-3DCF-F646-8C59-E0E97B18EBE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2" name="Graphic 11">
            <a:extLst>
              <a:ext uri="{FF2B5EF4-FFF2-40B4-BE49-F238E27FC236}">
                <a16:creationId xmlns:a16="http://schemas.microsoft.com/office/drawing/2014/main" id="{96820C1E-8E8E-864F-AC09-49BED386338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CC0F4EBF-FEF3-7744-99E3-CBE2C9F39E4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FFF2C938-9853-C842-B923-C293FC5D97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8182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BE97528-63E0-B947-8D70-BEDE869968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090488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239258" y="1702700"/>
            <a:ext cx="5116130" cy="4158350"/>
          </a:xfrm>
        </p:spPr>
        <p:txBody>
          <a:bodyPr/>
          <a:lstStyle>
            <a:lvl1pPr marL="0" indent="0">
              <a:buNone/>
              <a:defRPr sz="2400" b="0" i="0">
                <a:solidFill>
                  <a:schemeClr val="tx1"/>
                </a:solidFill>
                <a:latin typeface="Arial" panose="020B0604020202020204" pitchFamily="34" charset="0"/>
                <a:ea typeface="Roboto Medium" panose="02000000000000000000" pitchFamily="2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0638"/>
            <a:ext cx="5112956" cy="4158350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6A80D494-C4A5-8D42-9429-57A6352A7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4A805077-2DFF-C048-A74F-FEFC5F19E7F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B1F4726-EF65-7645-BCFF-353C11479F3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D0745A4F-A219-614C-98DD-9FEBFE44C83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11DE9D77-F61D-8943-B484-6666430D70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11780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Picture with Caption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CCF33CEF-DB70-244F-80BA-B71548C44C8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699627" y="2109162"/>
            <a:ext cx="3072478" cy="3912973"/>
          </a:xfrm>
          <a:prstGeom prst="rect">
            <a:avLst/>
          </a:prstGeom>
        </p:spPr>
      </p:pic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320C621-5537-554E-8430-60B2C07AC0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581400" y="1710637"/>
            <a:ext cx="7773988" cy="431149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7F1BDB-3D52-C947-9A70-95CBB52C91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1718575"/>
            <a:ext cx="2424620" cy="4311497"/>
          </a:xfr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461A6208-D7F3-AA47-9283-E80A86335C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58842"/>
            <a:ext cx="10515600" cy="103350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0000"/>
              </a:lnSpc>
              <a:defRPr b="0" i="0" spc="40" baseline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endParaRPr lang="en-US" dirty="0"/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A6EA457C-1F3A-2345-B3A2-D139B309BAC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838197" y="4668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DF6F0085-7B88-B641-B1CC-CC66D5D423B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9456" y="6392200"/>
            <a:ext cx="198715" cy="253075"/>
          </a:xfrm>
          <a:prstGeom prst="rect">
            <a:avLst/>
          </a:prstGeom>
        </p:spPr>
      </p:pic>
      <p:sp>
        <p:nvSpPr>
          <p:cNvPr id="12" name="Footer Placeholder 6">
            <a:extLst>
              <a:ext uri="{FF2B5EF4-FFF2-40B4-BE49-F238E27FC236}">
                <a16:creationId xmlns:a16="http://schemas.microsoft.com/office/drawing/2014/main" id="{CB8FB673-6C0C-B34D-AD97-C684BEF1718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383401" y="642661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13" name="Slide Number Placeholder 5">
            <a:extLst>
              <a:ext uri="{FF2B5EF4-FFF2-40B4-BE49-F238E27FC236}">
                <a16:creationId xmlns:a16="http://schemas.microsoft.com/office/drawing/2014/main" id="{407FF9FC-7358-9A45-854D-4327233895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199" y="6313304"/>
            <a:ext cx="304801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68869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8BA81E6B-2267-7240-BD8D-2F041945CD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>
            <a:off x="7315484" y="-1458332"/>
            <a:ext cx="3072478" cy="3912973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B3737E8E-56AD-B14E-B718-902488B11F9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 rot="5400000">
            <a:off x="230383" y="477996"/>
            <a:ext cx="324803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900" b="0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</a:lstStyle>
          <a:p>
            <a:fld id="{D246DD65-7063-5C41-96CC-23CB1F95FA91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4999DB6-1BEB-7640-A175-94DFE9DE44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498156"/>
            <a:ext cx="9970008" cy="5884356"/>
          </a:xfrm>
        </p:spPr>
        <p:txBody>
          <a:bodyPr vert="eaVert"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4" name="Vertical Title 1">
            <a:extLst>
              <a:ext uri="{FF2B5EF4-FFF2-40B4-BE49-F238E27FC236}">
                <a16:creationId xmlns:a16="http://schemas.microsoft.com/office/drawing/2014/main" id="{1B43DC09-6FF9-2F4A-ADBD-BBFED927C2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103328" y="498158"/>
            <a:ext cx="601324" cy="4411594"/>
          </a:xfrm>
        </p:spPr>
        <p:txBody>
          <a:bodyPr vert="eaVert" anchor="t" anchorCtr="0"/>
          <a:lstStyle>
            <a:lvl1pPr>
              <a:lnSpc>
                <a:spcPct val="90000"/>
              </a:lnSpc>
              <a:defRPr sz="2800" b="0" i="0">
                <a:solidFill>
                  <a:schemeClr val="tx1"/>
                </a:solidFill>
                <a:latin typeface="Arial" panose="020B0604020202020204" pitchFamily="34" charset="0"/>
                <a:ea typeface="Roboto Light" panose="02000000000000000000" pitchFamily="2" charset="0"/>
              </a:defRPr>
            </a:lvl1pPr>
          </a:lstStyle>
          <a:p>
            <a:r>
              <a:rPr lang="en-US" dirty="0"/>
              <a:t>Click to edit Master</a:t>
            </a:r>
          </a:p>
        </p:txBody>
      </p:sp>
      <p:pic>
        <p:nvPicPr>
          <p:cNvPr id="16" name="Graphic 15">
            <a:extLst>
              <a:ext uri="{FF2B5EF4-FFF2-40B4-BE49-F238E27FC236}">
                <a16:creationId xmlns:a16="http://schemas.microsoft.com/office/drawing/2014/main" id="{08E47882-5D0B-C447-B5DC-B66FE0E54FC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5400000">
            <a:off x="253491" y="692734"/>
            <a:ext cx="198715" cy="253075"/>
          </a:xfrm>
          <a:prstGeom prst="rect">
            <a:avLst/>
          </a:prstGeom>
        </p:spPr>
      </p:pic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ADE54E77-F0EC-5F4D-8092-77A8D8566C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 rot="5400000">
            <a:off x="9694236" y="2517718"/>
            <a:ext cx="4212859" cy="173736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1000" b="1" i="0">
                <a:solidFill>
                  <a:schemeClr val="tx1"/>
                </a:solidFill>
                <a:latin typeface="Arial" panose="020B0604020202020204" pitchFamily="34" charset="0"/>
                <a:ea typeface="Roboto" panose="02000000000000000000" pitchFamily="2" charset="0"/>
              </a:defRPr>
            </a:lvl1pPr>
            <a:lvl2pPr marL="9525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2pPr>
            <a:lvl3pPr marL="2222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3pPr>
            <a:lvl4pPr marL="40640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4pPr>
            <a:lvl5pPr marL="577850" indent="0">
              <a:buNone/>
              <a:defRPr sz="1000" b="1" i="0">
                <a:latin typeface="Roboto" panose="02000000000000000000" pitchFamily="2" charset="0"/>
                <a:ea typeface="Roboto" panose="02000000000000000000" pitchFamily="2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Footer Placeholder 6">
            <a:extLst>
              <a:ext uri="{FF2B5EF4-FFF2-40B4-BE49-F238E27FC236}">
                <a16:creationId xmlns:a16="http://schemas.microsoft.com/office/drawing/2014/main" id="{8DB796B6-2923-7F4A-BC63-73C15DCEA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-1681138" y="2998146"/>
            <a:ext cx="4114800" cy="138499"/>
          </a:xfrm>
          <a:prstGeom prst="rect">
            <a:avLst/>
          </a:prstGeom>
        </p:spPr>
        <p:txBody>
          <a:bodyPr vert="horz" lIns="0" tIns="0" rIns="0" bIns="0" rtlCol="0" anchor="t" anchorCtr="0">
            <a:spAutoFit/>
          </a:bodyPr>
          <a:lstStyle>
            <a:lvl1pPr algn="l">
              <a:defRPr sz="9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</a:defRPr>
            </a:lvl1pPr>
          </a:lstStyle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158310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A9B179C-6459-684A-A044-79034DD62F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846"/>
            <a:ext cx="10515600" cy="833831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9AD13B-9F9E-CF4D-B001-BDCFA8B95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342949"/>
            <a:ext cx="10515600" cy="468512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5232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0" r:id="rId3"/>
    <p:sldLayoutId id="2147483652" r:id="rId4"/>
    <p:sldLayoutId id="2147483653" r:id="rId5"/>
    <p:sldLayoutId id="2147483659" r:id="rId6"/>
    <p:sldLayoutId id="2147483660" r:id="rId7"/>
    <p:sldLayoutId id="2147483656" r:id="rId8"/>
    <p:sldLayoutId id="2147483657" r:id="rId9"/>
    <p:sldLayoutId id="2147483661" r:id="rId10"/>
    <p:sldLayoutId id="2147483658" r:id="rId11"/>
  </p:sldLayoutIdLst>
  <p:hf hdr="0" dt="0"/>
  <p:txStyles>
    <p:titleStyle>
      <a:lvl1pPr algn="l" defTabSz="914400" rtl="0" eaLnBrk="1" latinLnBrk="0" hangingPunct="1">
        <a:lnSpc>
          <a:spcPct val="110000"/>
        </a:lnSpc>
        <a:spcBef>
          <a:spcPct val="0"/>
        </a:spcBef>
        <a:buNone/>
        <a:defRPr sz="32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1pPr>
      <a:lvl2pPr marL="182563" indent="-173038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2pPr>
      <a:lvl3pPr marL="3651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3pPr>
      <a:lvl4pPr marL="538163" indent="-131763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4pPr>
      <a:lvl5pPr marL="720725" indent="-142875" algn="l" defTabSz="914400" rtl="0" eaLnBrk="1" latinLnBrk="0" hangingPunct="1">
        <a:lnSpc>
          <a:spcPct val="90000"/>
        </a:lnSpc>
        <a:spcBef>
          <a:spcPts val="500"/>
        </a:spcBef>
        <a:buClr>
          <a:schemeClr val="accent1"/>
        </a:buClr>
        <a:buFont typeface="Arial" panose="020B0604020202020204" pitchFamily="34" charset="0"/>
        <a:buChar char="•"/>
        <a:tabLst/>
        <a:defRPr sz="1600" b="0" i="0" kern="1200">
          <a:solidFill>
            <a:schemeClr val="tx1"/>
          </a:solidFill>
          <a:latin typeface="Arial" panose="020B0604020202020204" pitchFamily="34" charset="0"/>
          <a:ea typeface="Roboto" panose="02000000000000000000" pitchFamily="2" charset="0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66CE87-9BCD-0243-B22C-4EA155A25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421995"/>
            <a:ext cx="7462421" cy="2105723"/>
          </a:xfrm>
        </p:spPr>
        <p:txBody>
          <a:bodyPr/>
          <a:lstStyle/>
          <a:p>
            <a:r>
              <a:rPr lang="en-US" dirty="0"/>
              <a:t>Frac Hits near</a:t>
            </a:r>
            <a:br>
              <a:rPr lang="en-US" dirty="0"/>
            </a:br>
            <a:r>
              <a:rPr lang="en-US" dirty="0"/>
              <a:t>Fiber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792B5759-45DB-614C-B4FA-512A040C1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38200" y="5922320"/>
            <a:ext cx="9829800" cy="238783"/>
          </a:xfrm>
        </p:spPr>
        <p:txBody>
          <a:bodyPr anchor="b" anchorCtr="0">
            <a:spAutoFit/>
          </a:bodyPr>
          <a:lstStyle/>
          <a:p>
            <a:pPr>
              <a:lnSpc>
                <a:spcPct val="120000"/>
              </a:lnSpc>
              <a:spcBef>
                <a:spcPts val="0"/>
              </a:spcBef>
            </a:pPr>
            <a:r>
              <a:rPr lang="en-US" sz="1400" dirty="0">
                <a:latin typeface="Arial" panose="020B0604020202020204" pitchFamily="34" charset="0"/>
                <a:ea typeface="Roboto Light" panose="02000000000000000000" pitchFamily="2" charset="0"/>
              </a:rPr>
              <a:t>Feb 19 2025</a:t>
            </a:r>
          </a:p>
        </p:txBody>
      </p:sp>
    </p:spTree>
    <p:extLst>
      <p:ext uri="{BB962C8B-B14F-4D97-AF65-F5344CB8AC3E}">
        <p14:creationId xmlns:p14="http://schemas.microsoft.com/office/powerpoint/2010/main" val="38927479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EC7DC489-436E-CA2F-FD87-8EA646703A8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923FD54-476D-4506-AF7F-E6228A1B2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804942C-2FBB-4475-8405-146FA8DF432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94CD71-9F6B-4361-9556-16E888E9B2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9F1B8FD-2130-4C06-8879-0CEC0737695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2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D815BC0-A765-8AC7-BB93-39F3F642732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5" y="1247426"/>
            <a:ext cx="12108625" cy="2692610"/>
          </a:xfrm>
          <a:prstGeom prst="rect">
            <a:avLst/>
          </a:prstGeom>
        </p:spPr>
      </p:pic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4A8382D-FA3D-857D-2E8D-62ECB5A9515B}"/>
              </a:ext>
            </a:extLst>
          </p:cNvPr>
          <p:cNvCxnSpPr>
            <a:cxnSpLocks/>
          </p:cNvCxnSpPr>
          <p:nvPr/>
        </p:nvCxnSpPr>
        <p:spPr>
          <a:xfrm flipV="1">
            <a:off x="7790852" y="4379279"/>
            <a:ext cx="2111731" cy="1980517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0041371-8460-0D97-A49E-7A075EBAF068}"/>
              </a:ext>
            </a:extLst>
          </p:cNvPr>
          <p:cNvCxnSpPr>
            <a:cxnSpLocks/>
          </p:cNvCxnSpPr>
          <p:nvPr/>
        </p:nvCxnSpPr>
        <p:spPr>
          <a:xfrm flipV="1">
            <a:off x="9468619" y="4559015"/>
            <a:ext cx="466768" cy="180078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433272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AAA7BF-0040-6F85-59A3-08C974C0A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31397AFA-F664-DFA0-09DE-130E5226BC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58B70F8-5524-1912-7B30-EADAFBD78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K-Well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F8BD459-9F02-7009-1163-61622669431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B063D6-016E-F865-F993-50BACDB5CF2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69F447-BB9E-7A20-AE3C-5F150ACD37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3</a:t>
            </a:fld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CED875A3-FC49-9CCB-67FF-C00A8EBD27EE}"/>
              </a:ext>
            </a:extLst>
          </p:cNvPr>
          <p:cNvCxnSpPr>
            <a:cxnSpLocks/>
          </p:cNvCxnSpPr>
          <p:nvPr/>
        </p:nvCxnSpPr>
        <p:spPr>
          <a:xfrm>
            <a:off x="8323910" y="4432585"/>
            <a:ext cx="1016912" cy="1994031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FA159584-ECB4-8FD2-F458-303A86D2E5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300986"/>
            <a:ext cx="12192000" cy="2640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96359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BE6AF-A9C1-1991-C68A-9931B6329E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6E48F5F4-FD15-2EAB-A2D7-009910086C7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A092E68-4541-0698-8E61-C277C990E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EABA43-A65F-A5E7-BB01-97CBC1C3DA9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44CE1D-CF12-CFAB-3937-B3B45F3456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827B3D0-A77F-10CB-037A-BAE799C46C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4</a:t>
            </a:fld>
            <a:endParaRPr lang="en-US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995D861-052C-5336-1300-323648069071}"/>
              </a:ext>
            </a:extLst>
          </p:cNvPr>
          <p:cNvCxnSpPr>
            <a:cxnSpLocks/>
          </p:cNvCxnSpPr>
          <p:nvPr/>
        </p:nvCxnSpPr>
        <p:spPr>
          <a:xfrm flipV="1">
            <a:off x="7835957" y="5240373"/>
            <a:ext cx="951304" cy="1119423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54A02EC-11A5-1C63-70CA-DFDF3C0FFB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52860"/>
            <a:ext cx="12192000" cy="2824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3029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53CEA3-3CB3-16B9-FFF6-41A58E9EA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Content Placeholder 10" descr="A diagram of a graph&#10;&#10;Description automatically generated with medium confidence">
            <a:extLst>
              <a:ext uri="{FF2B5EF4-FFF2-40B4-BE49-F238E27FC236}">
                <a16:creationId xmlns:a16="http://schemas.microsoft.com/office/drawing/2014/main" id="{FCD60E12-5E76-101C-A378-EBE66AA7B6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437103" y="3985819"/>
            <a:ext cx="4548508" cy="2692610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CDAE131-03CE-7343-0F69-CD1B5DB0B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M-Well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6BD3CA-F7CB-656C-CF9F-80B53BA9F3E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F90881-09FA-2629-6C73-FE1A43D54D4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en-US" b="1">
                <a:latin typeface="Arial" panose="020B0604020202020204" pitchFamily="34" charset="0"/>
              </a:rPr>
              <a:t>NuVista Energy Ltd.</a:t>
            </a:r>
            <a:endParaRPr lang="en-US" dirty="0">
              <a:latin typeface="Arial" panose="020B0604020202020204" pitchFamily="34" charset="0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EEA72E1-CFA8-4587-4B02-6D263AC91C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246DD65-7063-5C41-96CC-23CB1F95FA91}" type="slidenum">
              <a:rPr lang="en-US" smtClean="0"/>
              <a:pPr/>
              <a:t>5</a:t>
            </a:fld>
            <a:endParaRPr lang="en-US" dirty="0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2C50DA1A-7031-8054-3C80-2C8CEC7F3A24}"/>
              </a:ext>
            </a:extLst>
          </p:cNvPr>
          <p:cNvCxnSpPr>
            <a:cxnSpLocks/>
          </p:cNvCxnSpPr>
          <p:nvPr/>
        </p:nvCxnSpPr>
        <p:spPr>
          <a:xfrm flipH="1" flipV="1">
            <a:off x="8311609" y="4444886"/>
            <a:ext cx="1041514" cy="198173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pic>
        <p:nvPicPr>
          <p:cNvPr id="10" name="Picture 9">
            <a:extLst>
              <a:ext uri="{FF2B5EF4-FFF2-40B4-BE49-F238E27FC236}">
                <a16:creationId xmlns:a16="http://schemas.microsoft.com/office/drawing/2014/main" id="{654722F9-3CB4-19A8-E466-19E55DCF347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73980"/>
            <a:ext cx="12192000" cy="2621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74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NuVista 1">
      <a:dk1>
        <a:srgbClr val="013E6A"/>
      </a:dk1>
      <a:lt1>
        <a:srgbClr val="FFFFFF"/>
      </a:lt1>
      <a:dk2>
        <a:srgbClr val="007FC5"/>
      </a:dk2>
      <a:lt2>
        <a:srgbClr val="EEEEEE"/>
      </a:lt2>
      <a:accent1>
        <a:srgbClr val="00B3EC"/>
      </a:accent1>
      <a:accent2>
        <a:srgbClr val="2BA73B"/>
      </a:accent2>
      <a:accent3>
        <a:srgbClr val="8093A2"/>
      </a:accent3>
      <a:accent4>
        <a:srgbClr val="008C72"/>
      </a:accent4>
      <a:accent5>
        <a:srgbClr val="D86D00"/>
      </a:accent5>
      <a:accent6>
        <a:srgbClr val="FFD145"/>
      </a:accent6>
      <a:hlink>
        <a:srgbClr val="00B4EC"/>
      </a:hlink>
      <a:folHlink>
        <a:srgbClr val="013E6A"/>
      </a:folHlink>
    </a:clrScheme>
    <a:fontScheme name="NuVista">
      <a:majorFont>
        <a:latin typeface="Roboto Medium"/>
        <a:ea typeface=""/>
        <a:cs typeface=""/>
      </a:majorFont>
      <a:minorFont>
        <a:latin typeface="Robot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ardinal" id="{E097D04B-40D9-2E4A-9293-9D4A30648264}" vid="{F0E31ECF-BAC4-FB41-9B86-D1547383E27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2A56584E-0507-4745-816C-AF496AF9464E}">
  <we:reference id="wa104381063" version="1.0.0.1" store="en-US" storeType="OMEX"/>
  <we:alternateReferences>
    <we:reference id="WA104381063" version="1.0.0.1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Words>32</Words>
  <Application>Microsoft Office PowerPoint</Application>
  <PresentationFormat>Widescreen</PresentationFormat>
  <Paragraphs>14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Roboto</vt:lpstr>
      <vt:lpstr>Arial</vt:lpstr>
      <vt:lpstr>Office Theme</vt:lpstr>
      <vt:lpstr>Frac Hits near Fiber</vt:lpstr>
      <vt:lpstr>J-Well</vt:lpstr>
      <vt:lpstr>K-Well</vt:lpstr>
      <vt:lpstr>L-Well</vt:lpstr>
      <vt:lpstr>M-Well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NuVista Corporate Presentation</dc:title>
  <dc:subject/>
  <dc:creator>Bryan Galambos</dc:creator>
  <cp:lastModifiedBy>Marcus Kittelson</cp:lastModifiedBy>
  <cp:revision>391</cp:revision>
  <cp:lastPrinted>2020-09-16T13:08:11Z</cp:lastPrinted>
  <dcterms:created xsi:type="dcterms:W3CDTF">2020-02-25T19:46:46Z</dcterms:created>
  <dcterms:modified xsi:type="dcterms:W3CDTF">2025-02-19T15:42:05Z</dcterms:modified>
</cp:coreProperties>
</file>